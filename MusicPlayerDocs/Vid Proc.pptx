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B"/>
    <a:srgbClr val="1111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3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DBF7-8A17-8480-1B3F-66A02309B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77032-B5D9-8C5B-9FD0-EADA72250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9D853-DB56-ED67-7873-D98C2B7CF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671CE-864A-50CB-53EB-1DAC4D176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06F22-BF2B-8625-E850-7B9BE1E9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9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456C3-E2DA-20C5-4C51-2EE35468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C68C4-BB83-A8F1-7EBB-DAA4B08F7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28CFC-1909-B298-8A50-6169BCDB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9B53E-7195-C201-7C22-A05942F9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D143-DABC-9ED8-D5C7-6F01FB8BC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FBCE-F501-F1BB-58CB-96E24DB9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34482-BA7D-B190-BD0C-6CEC4EAFB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8B9AF-078D-735A-268D-4D5AD6308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C3B7-F850-17BC-996C-31A8EC8D7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D2FB-1FC5-B83C-7F87-EEEC64F6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43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34C3D-1DF2-9C07-4505-F2F476DE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009AA-FE3B-5E5E-CB6A-01D216A51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66133-A444-44E8-6770-4BB9EEF57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78ECF-05C6-9E85-AB1B-4E2877AE8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11AE-1FF1-AEF3-C8FE-0B900980C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46DC2-A2DB-AC32-7B80-EC5865FC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23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C8AD-9D8E-6B60-ED67-3539FDAD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0B378-8799-FBD3-5539-BEE541892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D2C3A-AEC4-3D8B-6F72-D9CAD6FE2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E2359-4BD2-FBD8-408E-6D8DD91A8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6ADB4-C05F-55C3-81AA-4807D4305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30A7CD-0699-69C5-0435-5C5EE61C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253C6A-10C1-EB54-FC7C-741DD2CE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4A4E9-9CCD-9B46-7F36-67BE718A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1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7972-301D-8380-4016-92B23A94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1724C-5BC1-A7B0-B0B2-D5DE909C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A7EAB-E0D0-E4F2-45BA-60DD727E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73A69-B98E-C6AF-66A5-F28AE8D1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47B57-A953-B7A9-B6DC-3D38B423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4738EA-B708-C6C1-6449-82C7DC90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0E259-14F5-E965-4C2D-933DEEED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5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4F07-C307-84E7-6576-FB47BF114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82F2E-B6F0-659D-E3CD-20CF41B9A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CF16C-9AE8-265C-3E34-4EF2C93D5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CD66B-1889-B75F-F46A-292674CF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76ECB-B9BE-C5A0-339B-BE4493D0C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3BF77-E7B2-5A30-88DE-DBF7B8A8E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70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70E0-BD16-7A02-6B3C-956F92F9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E71D6-AEF9-9474-2DC4-A1AF8553E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15B18-6CE4-717C-471E-F0CD73E01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41F08-4EC0-279D-0EF4-FD76F569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7F088-0CAE-080F-BFD3-D9C5F7532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E43E9-5EAC-674A-DE8F-72D31622D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4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EC3D0-E957-7646-A89B-5F5566178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AC222-BF83-7D0E-6145-9E9C172E8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E7DEE-9220-18D7-AA50-72071096C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E08CB-FE27-3FCD-C11A-3ACE835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71763-5225-F1D7-C729-BC1D3E8AB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9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9D661A-6BD5-29D7-0658-399ECFCCE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7FC58-AB19-0215-0BEB-38CC7A020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3E98-72BD-43B8-E553-E8C4D84D3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3BB40-28AB-CFA5-71FA-78B5845FA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8D24E-99D9-9402-6DD6-3573E604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50BC5-A46E-7537-CC3B-DC27A18A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758E4-B584-6497-9072-EA160DF81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4248B-76B5-6E68-91C0-5541375D0C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56B42-9062-4C10-A6AD-81FB447577C1}" type="datetimeFigureOut">
              <a:rPr lang="en-US" smtClean="0"/>
              <a:t>Sun 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B471A-4195-CAE4-69EE-08ED1D7CF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AF7E0-A1F2-3BA8-0EE0-74C4BF32A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FF15D-A5B8-4FC7-AE9E-FF72DC2E2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3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F757D-8D9D-96A0-8EBC-B336F0F77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34CEF-9F7E-DAF4-E780-FCB1BA4E1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8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7D63D8-63B2-A271-4AD2-7811EE585292}"/>
              </a:ext>
            </a:extLst>
          </p:cNvPr>
          <p:cNvSpPr/>
          <p:nvPr/>
        </p:nvSpPr>
        <p:spPr>
          <a:xfrm>
            <a:off x="1333500" y="1143000"/>
            <a:ext cx="9189720" cy="1607820"/>
          </a:xfrm>
          <a:prstGeom prst="rect">
            <a:avLst/>
          </a:prstGeom>
          <a:solidFill>
            <a:srgbClr val="1111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1FC3B0-9269-FFE5-FE66-F6D2A20A7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45" y="3769330"/>
            <a:ext cx="5244954" cy="37744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97CD291-6B20-F3FD-ECC8-2BF58187CE2E}"/>
              </a:ext>
            </a:extLst>
          </p:cNvPr>
          <p:cNvSpPr/>
          <p:nvPr/>
        </p:nvSpPr>
        <p:spPr>
          <a:xfrm>
            <a:off x="2110740" y="1310640"/>
            <a:ext cx="1996440" cy="12115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Original</a:t>
            </a:r>
          </a:p>
          <a:p>
            <a:pPr algn="ctr"/>
            <a:r>
              <a:rPr lang="en-US" dirty="0"/>
              <a:t>Thumbnail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8E36DD-D632-1DF6-EE7C-81CCCDCF5BF8}"/>
              </a:ext>
            </a:extLst>
          </p:cNvPr>
          <p:cNvSpPr/>
          <p:nvPr/>
        </p:nvSpPr>
        <p:spPr>
          <a:xfrm>
            <a:off x="8343900" y="1310640"/>
            <a:ext cx="1996440" cy="12115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Cropped</a:t>
            </a:r>
          </a:p>
          <a:p>
            <a:pPr algn="ctr"/>
            <a:r>
              <a:rPr lang="en-US" dirty="0"/>
              <a:t>Preview</a:t>
            </a:r>
          </a:p>
        </p:txBody>
      </p:sp>
      <p:pic>
        <p:nvPicPr>
          <p:cNvPr id="10" name="Picture 9" descr="A black rectangular object with white numbers&#10;&#10;AI-generated content may be incorrect.">
            <a:extLst>
              <a:ext uri="{FF2B5EF4-FFF2-40B4-BE49-F238E27FC236}">
                <a16:creationId xmlns:a16="http://schemas.microsoft.com/office/drawing/2014/main" id="{7CAEFDF5-4D9F-63B6-9005-BD8EEC4DB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298" y="4191000"/>
            <a:ext cx="905001" cy="52394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9EE0C3B-83A7-41B9-AB2C-999BCC70995B}"/>
              </a:ext>
            </a:extLst>
          </p:cNvPr>
          <p:cNvGrpSpPr/>
          <p:nvPr/>
        </p:nvGrpSpPr>
        <p:grpSpPr>
          <a:xfrm>
            <a:off x="4800600" y="1699260"/>
            <a:ext cx="601980" cy="495300"/>
            <a:chOff x="4792980" y="1699260"/>
            <a:chExt cx="601980" cy="4953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2D7AD6-E4E5-8D13-8F76-B16B2E7EE9E1}"/>
                </a:ext>
              </a:extLst>
            </p:cNvPr>
            <p:cNvSpPr/>
            <p:nvPr/>
          </p:nvSpPr>
          <p:spPr>
            <a:xfrm>
              <a:off x="4792980" y="1699260"/>
              <a:ext cx="601980" cy="495300"/>
            </a:xfrm>
            <a:prstGeom prst="rect">
              <a:avLst/>
            </a:prstGeom>
            <a:solidFill>
              <a:srgbClr val="18181B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E48E8288-2ADD-169D-B087-8F034CF1910F}"/>
                </a:ext>
              </a:extLst>
            </p:cNvPr>
            <p:cNvSpPr/>
            <p:nvPr/>
          </p:nvSpPr>
          <p:spPr>
            <a:xfrm>
              <a:off x="5204460" y="1737360"/>
              <a:ext cx="129540" cy="137160"/>
            </a:xfrm>
            <a:prstGeom prst="triangl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23F6B6F5-48F4-C77A-BE1F-65BC374D869E}"/>
                </a:ext>
              </a:extLst>
            </p:cNvPr>
            <p:cNvSpPr/>
            <p:nvPr/>
          </p:nvSpPr>
          <p:spPr>
            <a:xfrm rot="10800000">
              <a:off x="5204460" y="1973580"/>
              <a:ext cx="129540" cy="137160"/>
            </a:xfrm>
            <a:prstGeom prst="triangl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02B94C-7B26-2CBA-707B-C07D505A747F}"/>
                </a:ext>
              </a:extLst>
            </p:cNvPr>
            <p:cNvSpPr txBox="1"/>
            <p:nvPr/>
          </p:nvSpPr>
          <p:spPr>
            <a:xfrm>
              <a:off x="4844671" y="176224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9FEEB91-9B23-22BF-E546-49F7E335BB89}"/>
              </a:ext>
            </a:extLst>
          </p:cNvPr>
          <p:cNvSpPr txBox="1"/>
          <p:nvPr/>
        </p:nvSpPr>
        <p:spPr>
          <a:xfrm>
            <a:off x="4167093" y="17526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Split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2398DF-A5F8-20C8-3B0F-05FD6A74D485}"/>
              </a:ext>
            </a:extLst>
          </p:cNvPr>
          <p:cNvGrpSpPr/>
          <p:nvPr/>
        </p:nvGrpSpPr>
        <p:grpSpPr>
          <a:xfrm>
            <a:off x="6023610" y="1699260"/>
            <a:ext cx="601980" cy="495300"/>
            <a:chOff x="4792980" y="1699260"/>
            <a:chExt cx="601980" cy="4953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165A276-EDE1-A49A-DBF5-B2ABAFEC32BC}"/>
                </a:ext>
              </a:extLst>
            </p:cNvPr>
            <p:cNvSpPr/>
            <p:nvPr/>
          </p:nvSpPr>
          <p:spPr>
            <a:xfrm>
              <a:off x="4792980" y="1699260"/>
              <a:ext cx="601980" cy="495300"/>
            </a:xfrm>
            <a:prstGeom prst="rect">
              <a:avLst/>
            </a:prstGeom>
            <a:solidFill>
              <a:srgbClr val="18181B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AB5782F2-D2AC-50A0-872A-5A232AE10CA8}"/>
                </a:ext>
              </a:extLst>
            </p:cNvPr>
            <p:cNvSpPr/>
            <p:nvPr/>
          </p:nvSpPr>
          <p:spPr>
            <a:xfrm>
              <a:off x="5204460" y="1737360"/>
              <a:ext cx="129540" cy="137160"/>
            </a:xfrm>
            <a:prstGeom prst="triangl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8E03F348-B6EC-BC8D-75A5-D7BCBBD06F04}"/>
                </a:ext>
              </a:extLst>
            </p:cNvPr>
            <p:cNvSpPr/>
            <p:nvPr/>
          </p:nvSpPr>
          <p:spPr>
            <a:xfrm rot="10800000">
              <a:off x="5204460" y="1973580"/>
              <a:ext cx="129540" cy="137160"/>
            </a:xfrm>
            <a:prstGeom prst="triangl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DF1867F-E9E7-8F7C-3046-44BF3DA74F0B}"/>
                </a:ext>
              </a:extLst>
            </p:cNvPr>
            <p:cNvSpPr txBox="1"/>
            <p:nvPr/>
          </p:nvSpPr>
          <p:spPr>
            <a:xfrm>
              <a:off x="4844671" y="176224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DEC62B5-C4D3-F465-C506-3E8E615E863A}"/>
              </a:ext>
            </a:extLst>
          </p:cNvPr>
          <p:cNvSpPr txBox="1"/>
          <p:nvPr/>
        </p:nvSpPr>
        <p:spPr>
          <a:xfrm>
            <a:off x="5636500" y="17434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F062381-EDA2-70B1-B6D3-4B060E94133B}"/>
              </a:ext>
            </a:extLst>
          </p:cNvPr>
          <p:cNvGrpSpPr/>
          <p:nvPr/>
        </p:nvGrpSpPr>
        <p:grpSpPr>
          <a:xfrm>
            <a:off x="7265809" y="1699260"/>
            <a:ext cx="601980" cy="495300"/>
            <a:chOff x="4792980" y="1699260"/>
            <a:chExt cx="601980" cy="4953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FF26755-DEF9-16A7-5F02-7599D29BF271}"/>
                </a:ext>
              </a:extLst>
            </p:cNvPr>
            <p:cNvSpPr/>
            <p:nvPr/>
          </p:nvSpPr>
          <p:spPr>
            <a:xfrm>
              <a:off x="4792980" y="1699260"/>
              <a:ext cx="601980" cy="495300"/>
            </a:xfrm>
            <a:prstGeom prst="rect">
              <a:avLst/>
            </a:prstGeom>
            <a:solidFill>
              <a:srgbClr val="18181B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2E843F52-32C5-976B-6ED9-A458FC5EC835}"/>
                </a:ext>
              </a:extLst>
            </p:cNvPr>
            <p:cNvSpPr/>
            <p:nvPr/>
          </p:nvSpPr>
          <p:spPr>
            <a:xfrm>
              <a:off x="5204460" y="1737360"/>
              <a:ext cx="129540" cy="137160"/>
            </a:xfrm>
            <a:prstGeom prst="triangl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0DF63025-3FD8-ADC5-684D-168BCE84288B}"/>
                </a:ext>
              </a:extLst>
            </p:cNvPr>
            <p:cNvSpPr/>
            <p:nvPr/>
          </p:nvSpPr>
          <p:spPr>
            <a:xfrm rot="10800000">
              <a:off x="5204460" y="1973580"/>
              <a:ext cx="129540" cy="137160"/>
            </a:xfrm>
            <a:prstGeom prst="triangl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853184B-4A19-B0A4-5894-2525BE85410F}"/>
                </a:ext>
              </a:extLst>
            </p:cNvPr>
            <p:cNvSpPr txBox="1"/>
            <p:nvPr/>
          </p:nvSpPr>
          <p:spPr>
            <a:xfrm>
              <a:off x="4844671" y="176224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B2E7BB2-40D5-CBF9-3308-3B287FB05BD1}"/>
              </a:ext>
            </a:extLst>
          </p:cNvPr>
          <p:cNvSpPr txBox="1"/>
          <p:nvPr/>
        </p:nvSpPr>
        <p:spPr>
          <a:xfrm>
            <a:off x="6878699" y="17434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+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871DC2-5E27-8077-5F99-053B371D5FB0}"/>
              </a:ext>
            </a:extLst>
          </p:cNvPr>
          <p:cNvSpPr txBox="1"/>
          <p:nvPr/>
        </p:nvSpPr>
        <p:spPr>
          <a:xfrm>
            <a:off x="4242188" y="1298436"/>
            <a:ext cx="2421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{Video Title goes here}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3A8CAF-33A9-4BE1-9683-700F759BAD79}"/>
              </a:ext>
            </a:extLst>
          </p:cNvPr>
          <p:cNvSpPr txBox="1"/>
          <p:nvPr/>
        </p:nvSpPr>
        <p:spPr>
          <a:xfrm>
            <a:off x="1500723" y="1731764"/>
            <a:ext cx="475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BFBFBF"/>
                </a:solidFill>
                <a:effectLst/>
                <a:latin typeface="Google Sans"/>
              </a:rPr>
              <a:t>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93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8221</TotalTime>
  <Words>17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Google Sans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jimbo ippie</dc:creator>
  <cp:lastModifiedBy>jimbo ippie</cp:lastModifiedBy>
  <cp:revision>1</cp:revision>
  <dcterms:created xsi:type="dcterms:W3CDTF">2025-10-18T23:08:10Z</dcterms:created>
  <dcterms:modified xsi:type="dcterms:W3CDTF">2025-10-24T16:09:11Z</dcterms:modified>
</cp:coreProperties>
</file>